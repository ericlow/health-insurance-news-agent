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CalOptima Enters the Orange County Exchange in 2027 — Impact on Elevance</a:t>
            </a:r>
          </a:p>
          <a:p>
            <a:pPr algn="l"/>
            <a:r>
              <a:rPr sz="1100" b="0">
                <a:solidFill>
                  <a:srgbClr val="B9C4D6"/>
                </a:solidFill>
                <a:latin typeface="Calibri"/>
              </a:rPr>
              <a:t>Covered California · Plan Year 2027 · prepared 2026-07-23 · baseline figures primary-source verified; projections are modeled ranges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730752" cy="16916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336499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6FD9"/>
                </a:solidFill>
                <a:latin typeface="Calibri"/>
              </a:rPr>
              <a:t>~7,500</a:t>
            </a:r>
          </a:p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members CalOptima captures in year 1</a:t>
            </a:r>
          </a:p>
          <a:p>
            <a:pPr algn="l"/>
            <a:r>
              <a:rPr sz="1050" b="0">
                <a:solidFill>
                  <a:srgbClr val="5A6472"/>
                </a:solidFill>
                <a:latin typeface="Calibri"/>
              </a:rPr>
              <a:t>range 3,050–14,750 · ~4% of OC's 170,790-member 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280160"/>
            <a:ext cx="3730752" cy="16916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417320"/>
            <a:ext cx="336499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D97706"/>
                </a:solidFill>
                <a:latin typeface="Calibri"/>
              </a:rPr>
              <a:t>~4,000 · $40M</a:t>
            </a:r>
          </a:p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smaller Anthem OC book vs. no-entry 2027</a:t>
            </a:r>
          </a:p>
          <a:p>
            <a:pPr algn="l"/>
            <a:r>
              <a:rPr sz="1050" b="0">
                <a:solidFill>
                  <a:srgbClr val="5A6472"/>
                </a:solidFill>
                <a:latin typeface="Calibri"/>
              </a:rPr>
              <a:t>3,850–4,250 members · $38–42M annual gross premium · we are #2 at 31% share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84464" y="1280160"/>
            <a:ext cx="3730752" cy="16916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67344" y="1417320"/>
            <a:ext cx="336499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6FD9"/>
                </a:solidFill>
                <a:latin typeface="Calibri"/>
              </a:rPr>
              <a:t>$8–12M/yr</a:t>
            </a:r>
          </a:p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risk adjustment relief partially offsets</a:t>
            </a:r>
          </a:p>
          <a:p>
            <a:pPr algn="l"/>
            <a:r>
              <a:rPr sz="1050" b="0">
                <a:solidFill>
                  <a:srgbClr val="5A6472"/>
                </a:solidFill>
                <a:latin typeface="Calibri"/>
              </a:rPr>
              <a:t>we shed our healthiest members · state pool impact &lt;1%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Why this is bigger than a new competitor: state law hands CalOptima our best acquisition channel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2834640" cy="105156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OC residents leaving Medi-Cal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7,500–15,000 per year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83280" y="4069080"/>
            <a:ext cx="1371600" cy="411480"/>
          </a:xfrm>
          <a:prstGeom prst="rightArrow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SB 260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3749039"/>
            <a:ext cx="3017520" cy="1051560"/>
          </a:xfrm>
          <a:prstGeom prst="roundRect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Auto-enrolled by law into county's lowest-cost Silver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611880"/>
            <a:ext cx="3108960" cy="640080"/>
          </a:xfrm>
          <a:prstGeom prst="round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TODAY:  Anthem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the default flows to 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4389120"/>
            <a:ext cx="3108960" cy="6400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2027:  CalOptima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the default transfers by statute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863840" y="3931920"/>
            <a:ext cx="731520" cy="338328"/>
          </a:xfrm>
          <a:prstGeom prst="bentConnector3">
            <a:avLst/>
          </a:prstGeom>
          <a:ln w="25400">
            <a:solidFill>
              <a:srgbClr val="1E6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63840" y="4270248"/>
            <a:ext cx="731520" cy="438912"/>
          </a:xfrm>
          <a:prstGeom prst="bentConnector3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4983480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Calibri"/>
              </a:rPr>
              <a:t>Aggravators:  </a:t>
            </a:r>
            <a:r>
              <a:rPr sz="1200" b="0">
                <a:solidFill>
                  <a:srgbClr val="5A6472"/>
                </a:solidFill>
                <a:latin typeface="Calibri"/>
              </a:rPr>
              <a:t>auto-assigned members keep their CalOptima doctors, so more activate than under our default today  ·  a new cheapest Silver can lower the subsidy benchmark, raising net premiums for ~half of our OC members even if our rates don't move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06440"/>
            <a:ext cx="11274552" cy="7315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916168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WATCH — OCTOBER 2026:  </a:t>
            </a:r>
            <a:r>
              <a:rPr sz="1300" b="0">
                <a:solidFill>
                  <a:srgbClr val="1B2A4A"/>
                </a:solidFill>
                <a:latin typeface="Calibri"/>
              </a:rPr>
              <a:t>final 2027 rates publish. Severity hinges on CalOptima's price gap and whether Anthem stays second-lowest Silver (keeping us as the subsidy benchmark).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